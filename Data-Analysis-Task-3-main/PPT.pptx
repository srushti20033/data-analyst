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24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Power BI Sales Dashboard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Analyst Internship – Task 3</a:t>
            </a:r>
          </a:p>
          <a:p>
            <a:r>
              <a:t>Dataset: Superstore Sales (Kaggle)</a:t>
            </a:r>
          </a:p>
          <a:p>
            <a:r>
              <a:t>Tool Used: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and develop an interactive dashboard using Power BI to help business stakeholders analyze sales, profit, and performance across regions and product categories.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Total Sales</a:t>
            </a:r>
          </a:p>
          <a:p>
            <a:r>
              <a:t>- Total Profit</a:t>
            </a:r>
          </a:p>
          <a:p>
            <a:r>
              <a:t>- Profit Margin (%)</a:t>
            </a:r>
          </a:p>
          <a:p>
            <a:r>
              <a:t>- Total Quantity Sold</a:t>
            </a:r>
          </a:p>
          <a:p>
            <a:r>
              <a:t>- Order Count</a:t>
            </a:r>
          </a:p>
          <a:p>
            <a:r>
              <a:t>- Average Order Value</a:t>
            </a:r>
          </a:p>
          <a:p>
            <a:r>
              <a:t>- Average Discount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Visuals and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KPI Cards for quick stats</a:t>
            </a:r>
          </a:p>
          <a:p>
            <a:r>
              <a:t>- Time-Series Charts: Sales &amp; Profit by Year</a:t>
            </a:r>
          </a:p>
          <a:p>
            <a:r>
              <a:t>- Bar Charts: Sales by Region &amp; Category</a:t>
            </a:r>
          </a:p>
          <a:p>
            <a:r>
              <a:t>- Map View (optional)</a:t>
            </a:r>
          </a:p>
          <a:p>
            <a:r>
              <a:t>- Slicers for interactivity: Region, Category, Segment, Date</a:t>
            </a:r>
          </a:p>
          <a:p>
            <a:r>
              <a:t>- Clean layout and consistent color theme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Snapshot</a:t>
            </a:r>
          </a:p>
        </p:txBody>
      </p:sp>
      <p:pic>
        <p:nvPicPr>
          <p:cNvPr id="3" name="Picture 2" descr="77085408-c0ea-480a-8604-026e4c6768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819061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Sales showed consistent growth from 2014 to 2017</a:t>
            </a:r>
          </a:p>
          <a:p>
            <a:r>
              <a:t>- Technology category leads in revenue</a:t>
            </a:r>
          </a:p>
          <a:p>
            <a:r>
              <a:t>- West region contributes the highest sales and profit</a:t>
            </a:r>
          </a:p>
          <a:p>
            <a:r>
              <a:t>- Consumer segment dominates order volume</a:t>
            </a:r>
          </a:p>
          <a:p>
            <a:r>
              <a:t>- Moderate profit margin indicates opportunity for optimization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Built a complete dashboard in Power BI</a:t>
            </a:r>
          </a:p>
          <a:p>
            <a:r>
              <a:t>- Created KPIs using DAX measures</a:t>
            </a:r>
          </a:p>
          <a:p>
            <a:r>
              <a:t>- Designed interactive visuals using slicers</a:t>
            </a:r>
          </a:p>
          <a:p>
            <a:r>
              <a:t>- Applied formatting and navigation features</a:t>
            </a:r>
          </a:p>
          <a:p>
            <a:r>
              <a:t>- Derived insights from real-world business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501865" cy="4677310"/>
          </a:xfrm>
        </p:spPr>
        <p:txBody>
          <a:bodyPr>
            <a:normAutofit/>
          </a:bodyPr>
          <a:lstStyle/>
          <a:p>
            <a:r>
              <a:t>📁 </a:t>
            </a:r>
            <a:r>
              <a:rPr dirty="0"/>
              <a:t>Repository Includes:</a:t>
            </a:r>
          </a:p>
          <a:p>
            <a:r>
              <a:rPr dirty="0"/>
              <a:t>- Power BI (.</a:t>
            </a:r>
            <a:r>
              <a:rPr dirty="0" err="1"/>
              <a:t>pbix</a:t>
            </a:r>
            <a:r>
              <a:rPr dirty="0"/>
              <a:t>) file</a:t>
            </a:r>
          </a:p>
          <a:p>
            <a:r>
              <a:rPr dirty="0"/>
              <a:t>- Dataset (CSV)</a:t>
            </a:r>
          </a:p>
          <a:p>
            <a:r>
              <a:rPr dirty="0"/>
              <a:t>- Dashboard Screenshot</a:t>
            </a:r>
          </a:p>
          <a:p>
            <a:r>
              <a:rPr dirty="0"/>
              <a:t>- Summary PPT</a:t>
            </a:r>
          </a:p>
          <a:p>
            <a:r>
              <a:rPr dirty="0"/>
              <a:t>- README.md with explanations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F6FD3-C874-B069-B495-658C5CE62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07564"/>
            <a:ext cx="8229600" cy="1143000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0516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240</Words>
  <Application>Microsoft Office PowerPoint</Application>
  <PresentationFormat>On-screen Show (4:3)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 BI Sales Dashboard Summary</vt:lpstr>
      <vt:lpstr>Objective</vt:lpstr>
      <vt:lpstr>Key Performance Indicators (KPIs)</vt:lpstr>
      <vt:lpstr>Visuals and Features</vt:lpstr>
      <vt:lpstr>Dashboard Snapshot</vt:lpstr>
      <vt:lpstr>Key Insights</vt:lpstr>
      <vt:lpstr>Learnings</vt:lpstr>
      <vt:lpstr>GitHub Repository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Mahesh</dc:creator>
  <cp:keywords/>
  <dc:description>generated using python-pptx</dc:description>
  <cp:lastModifiedBy>Jugal Mistry</cp:lastModifiedBy>
  <cp:revision>3</cp:revision>
  <dcterms:created xsi:type="dcterms:W3CDTF">2013-01-27T09:14:16Z</dcterms:created>
  <dcterms:modified xsi:type="dcterms:W3CDTF">2026-05-22T15:59:49Z</dcterms:modified>
  <cp:category/>
</cp:coreProperties>
</file>